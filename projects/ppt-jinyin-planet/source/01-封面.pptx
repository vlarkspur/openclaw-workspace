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背景：紫色渐变 -->
      <p:sp>
        <p:nvSpPr>
          <p:cNvPr id="2" name="背景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2E"/>
          </a:solidFill>
          <a:noFill/>
        </p:spPr>
        <p:txBody>
          <a:bodyPr/>
          <a:lstStyle/>
          <a:p/>
        </p:txBody>
      </p:sp>
      <!-- 霓虹光晕：红色 -->
      <p:sp>
        <p:nvSpPr>
          <p:cNvPr id="3" name="光晕1"/>
          <p:cNvSpPr/>
          <p:nvPr/>
        </p:nvSpPr>
        <p:spPr>
          <a:xfrm>
            <a:off x="0" y="0"/>
            <a:ext cx="2743200" cy="2057400"/>
          </a:xfrm>
          <a:prstGeom prst="rect">
            <a:avLst/>
          </a:prstGeom>
          <a:solidFill>
            <a:srgbClr val="E94560"/>
          </a:solidFill>
          <a:alpha val="30000"/>
        </p:spPr>
      </p:sp>
      <!-- 霓虹光晕：蓝色 -->
      <p:sp>
        <p:nvSpPr>
          <p:cNvPr id="4" name="光晕2"/>
          <p:cNvSpPr/>
          <p:nvPr/>
        </p:nvSpPr>
        <p:spPr>
          <a:xfrm>
            <a:off x="6400800" y="2743200"/>
            <a:ext cx="2971800" cy="2400300"/>
          </a:xfrm>
          <a:prstGeom prst="rect">
            <a:avLst/>
          </a:prstGeom>
          <a:solidFill>
            <a:srgbClr val="00D9FF"/>
          </a:solidFill>
          <a:alpha val="30000"/>
        </p:spPr>
      </p:sp>
      <!-- 主标题：金银 Planet -->
      <p:sp>
        <p:nvSpPr>
          <p:cNvPr id="5" name="标题"/>
          <p:cNvSpPr/>
          <p:nvPr/>
        </p:nvSpPr>
        <p:spPr>
          <a:xfrm>
            <a:off x="1828800" y="1714500"/>
            <a:ext cx="5486400" cy="1714500"/>
          </a:xfrm>
          <a:prstGeom prst="rect">
            <a:avLst/>
          </a:prstGeom>
          <a:noFill/>
          <a:ln>
            <a:noFill/>
          </a:ln>
          <a:effectLst>
            <a:glow rad="19050">
              <a:srgbClr val="FFD700"/>
            </a:glow>
          </a:effectLst>
        </p:spPr>
        <p:txBody>
          <a:bodyPr vertOverflow="clip"/>
          <a:lstStyle/>
          <a:p>
            <a:pPr algn="ctr"/>
            <a:r>
              <a:rPr lang="zh-CN" sz="8800" bold="1">
                <a:solidFill>
                  <a:srgbClr val="FFD700"/>
                </a:solidFill>
                <a:latin typeface="Arial Black"/>
              </a:rPr>
              <a:t>金银 Planet</a:t>
            </a:r>
          </a:p>
        </p:txBody>
      </p:sp>
    </p:spTree>
  </p:cSld>
  <p:clrMapOvr>
    <a:masterClrMapping/>
  </p:clrMapOvr>
</p:sld>
</file>